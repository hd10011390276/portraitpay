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56" y="1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8483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PortraitPay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CDDEE"/>
                </a:solidFill>
              </a:rPr>
              <a:t>商业企划书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你的肖像，你的权利。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AABB"/>
                </a:solidFill>
              </a:rPr>
              <a:t>数字人授权  |  区块链存证  |  律师楼直连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99AA"/>
                </a:solidFill>
              </a:rPr>
              <a:t>2026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C28D84C-F560-D2CD-4744-784228F0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751" y="786384"/>
            <a:ext cx="1654191" cy="1418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我们解决什么问题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肖像权侵权已经失控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340%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2024年AI生成侵权
案件同比增长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500万+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2025年顶流明星
AI换脸诈骗单案损失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554480"/>
            <a:ext cx="31089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F4444"/>
                </a:solidFill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2026年预计每10个网红
就有3个遭遇肖像盗用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没人管、管不了，成本高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8587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平台不作为：抖音/小红书靠举报，效率极低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2628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531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个人维权成本高：请律师 5万起步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228600" cy="2286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0474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证据固定不规范：截图在法庭上证据力弱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好莱坞在行动：SAG-AFTRA 2024年大罢工  -&gt;  核心诉求：AI不得滥用演员肖像声音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PortraitPay AI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一个肖像权保护与授权交易的区块链平台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注册认证  -&gt;  区块链存证  -&gt;  数字人授权  -&gt;  律师楼维权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注册认证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上传照片
AI人脸比对
128维向量存DB
SHA-256上链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区块链存证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46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IPFS永久存储
Base链时间戳
不可篡改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数字人授权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签名数据包
LibTV/Runway接入
自动分账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37560"/>
            <a:ext cx="228600" cy="4572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41280" y="2103120"/>
            <a:ext cx="548640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743200"/>
            <a:ext cx="2560320" cy="14630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律师楼维权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246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侵权自动发现
律师楼接单
平台抽1%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34840"/>
            <a:ext cx="10698480" cy="6400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3A5F"/>
                </a:solidFill>
              </a:rPr>
              <a:t>+ 数字人授权：制片公司/品牌方 -&gt; 在LibTV/Runway等平台生成数字人 -&gt; 平台验证签名 -&gt; 自动分账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新增：数字人授权合同模板（标准/独家/代言/影视改编），区块链证书 + 律师审核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怎么运转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三大核心功能模块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肖像权认证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上传肖像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AI人脸比对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128维向量存DB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SHA-256上链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IPFS永久存储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772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数字人授权合同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4种合同模板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律师审核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区块链存证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自动分账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合同PDF下载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554480"/>
            <a:ext cx="35661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58200" y="1691640"/>
            <a:ext cx="4572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17190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</a:rPr>
              <a:t>律师楼直连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入驻申请/审核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2788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工作台看板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侵权报告管理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案件状态跟踪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* 收益提现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9253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用户注册肖像 -&gt; 认证 -&gt; 签订数字人授权合同 -&gt; 区块链存证 -&gt; 平台抽1% -&gt; 律师楼服务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为什么现在是最好的时机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AI视频爆发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2025-2026 Sora/Runway爆发，侵权量暴涨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数字人需求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制片公司/品牌方急需数字人授权合规方案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供给空白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80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市场上没有专业数字人授权+区块链证书平台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521208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</a:rPr>
              <a:t>时间窗口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只有12-18个月的先发优势期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市场有多大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数字人授权 - 即将爆发的千亿市场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02920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dirty="0">
                <a:solidFill>
                  <a:srgbClr val="FFFFFF"/>
                </a:solidFill>
              </a:rPr>
              <a:t>2000万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目标第1年平台收入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5A87"/>
                </a:solidFill>
              </a:rPr>
              <a:t>5万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付费用户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0元/人现阶段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2D5A87"/>
                </a:solidFill>
              </a:rPr>
              <a:t>500万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数字人授权合同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平台抽1%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554480"/>
            <a:ext cx="1920240" cy="11887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1645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5A87"/>
                </a:solidFill>
              </a:rPr>
              <a:t>200万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057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企业/名人认证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</a:rPr>
              <a:t>1999元/年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全球数字人市场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500亿+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SAM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可触达授权市场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50亿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023360"/>
            <a:ext cx="3566160" cy="16459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4160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5A87"/>
                </a:solidFill>
              </a:rPr>
              <a:t>SOM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目标3年实现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</a:rPr>
              <a:t>1亿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我们的优势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vs 现有所有方案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508760"/>
            <a:ext cx="38404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PortraitPay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508760"/>
            <a:ext cx="38404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554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其他方案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2057400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法律效力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链上存证+128维人脸向量+律师楼背书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截图/录屏，证据力弱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07208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807208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2807208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98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维权成本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986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律师楼包办，用户零成本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98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5万+律师费起步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57015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3557015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3557015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6484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数字人授权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6484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签名数据包，LibTV/Runway直连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6484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无此类服务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06824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4306824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21040" y="4306824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398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授权分账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98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智能合约自动分账，实时到账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982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无自动分账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56631"/>
            <a:ext cx="3840480" cy="685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97680" y="5056631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5056631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4807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隐私保护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14807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IPFS分布式存储，人脸向量加密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14807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中心化服务器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3840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97680" y="5806440"/>
            <a:ext cx="3840480" cy="68580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21040" y="5806440"/>
            <a:ext cx="3657600" cy="6858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897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品牌背书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978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Coinbase背书 Base链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58978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</a:rPr>
              <a:t>无区块链支持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数字人授权 - 核心新增功能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让制片公司/品牌方主动来找你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0352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8A00"/>
                </a:solidFill>
              </a:rPr>
              <a:t>市场需求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导演/制片公司想签约数字人IP，但不懂合同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跨行业企业（品牌/教育/游戏）需要合法授权证明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7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LibTV/Runway等平台无统一授权验证标准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律师费高、合同模板分散、验证困难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577840" cy="256032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PortraitPay 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4种合同模板：标准/独家/代言/影视改编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区块链证书 = 法律可接受的授权证明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7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平台签名数据包 = LibTV/Runway可验证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1%服务费，律师审核保障合同合规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用户注册 -&gt; 生成授权数据包 -&gt; 第三方平台调用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合同模板类型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标准授权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社交媒体/广告/商品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5A87"/>
                </a:solidFill>
              </a:rPr>
              <a:t>12个月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独家授权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全用途，含影视/游戏/广播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5A87"/>
                </a:solidFill>
              </a:rPr>
              <a:t>24个月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代言授权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品牌代言/广告拍摄/宣传活动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5A87"/>
                </a:solidFill>
              </a:rPr>
              <a:t>12个月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4709160"/>
            <a:ext cx="2651760" cy="1371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4800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影视改编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166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电影/电视剧/网络剧专属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5A87"/>
                </a:solidFill>
              </a:rPr>
              <a:t>36个月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名人入驻计划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用数字人授权吸引名人，用名人背书吸引普通人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头部明星
入驻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媒体
曝光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普通人
涌入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平台
价值+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920240"/>
            <a:ext cx="8686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更多明星
入驻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1945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D5A87"/>
                </a:solidFill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60" y="1920240"/>
            <a:ext cx="868680" cy="91440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0" y="201168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制片公司
主动合作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10972800" cy="13716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</a:rPr>
              <a:t>新增数字人授权路径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519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明星肖像授权 -&gt; 平台生成签名数据包 -&gt; LibTV/Runway/HeyGen 调用 -&gt; 制片公司合规使用 -&gt; 平台自动分账1%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5029200" cy="6400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[OK] Sepolia 测试网已稳定运行，Base 主网准备就绪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303520"/>
            <a:ext cx="5669280" cy="640080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5394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B981"/>
                </a:solidFill>
              </a:rPr>
              <a:t>[OK] 128维人脸向量存储 + SHA-256区块链哈希已实现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收入来源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免费入驻 -&gt; 数字人合同抽1% -&gt; 律师楼合作分成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365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注册免费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383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个人/律师楼零成本入驻
平台靠规模效应盈利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5544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39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数字人授权合同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3383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每份合同平台抽1%
制片公司/品牌方付费
自动分账到账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2697480" cy="36576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个人认证年费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199元/年（已调整为0元
现阶段免费拓展用户）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59" y="15544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59" y="22860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D5A87"/>
                </a:solidFill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926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</a:rPr>
              <a:t>律师楼合作分成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383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律师楼接单后平台抽5%
用户零成本启动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核心洞察：1%的分成模式在数字人合同中极具竞争力——制片公司付10万，平台仅收1000元，但提供完整法律保障。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1168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姓名: 待填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产品/运营/商务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律师楼合作方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姓名: 待填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全程法律背书
合同模板审核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645920"/>
            <a:ext cx="3474720" cy="32004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92640" y="1920240"/>
            <a:ext cx="1097280" cy="109728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3A5F"/>
                </a:solidFill>
              </a:rPr>
              <a:t>技术团队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姓名: 待填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AI算法/区块链/前端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strike="sngStrike" dirty="0" err="1">
                <a:solidFill>
                  <a:srgbClr val="D48A00"/>
                </a:solidFill>
              </a:rPr>
              <a:t>融资需求：天使轮</a:t>
            </a:r>
            <a:r>
              <a:rPr sz="1300" b="0" strike="sngStrike" dirty="0">
                <a:solidFill>
                  <a:srgbClr val="D48A00"/>
                </a:solidFill>
              </a:rPr>
              <a:t> 200万（律师楼合作+名人BDA）/ </a:t>
            </a:r>
            <a:r>
              <a:rPr sz="1300" b="0" strike="sngStrike" dirty="0" err="1">
                <a:solidFill>
                  <a:srgbClr val="D48A00"/>
                </a:solidFill>
              </a:rPr>
              <a:t>A轮</a:t>
            </a:r>
            <a:r>
              <a:rPr sz="1300" b="0" strike="sngStrike" dirty="0">
                <a:solidFill>
                  <a:srgbClr val="D48A00"/>
                </a:solidFill>
              </a:rPr>
              <a:t> 1500万（主网上线+团队扩张+运营）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从现在到5万付费用户的发展路径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现在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Beta运行中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已有产品稳定运行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Sepolia测试网+Base准备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律师入驻+工作台完成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数字人合同系统完成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30天内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签约律师楼+名人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签约3-5个律师楼合作方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签约首批名人/经纪公司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79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数字人合同模板上线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LibTV/Runway合作洽谈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90天内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上线Base主网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开启收费，1%合同抽成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律师楼工作台正式运营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数字人授权API开放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1000名付费用户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1554480"/>
            <a:ext cx="2651760" cy="411480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0" y="1554480"/>
            <a:ext cx="26517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148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5万付费用户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651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2000万平台收入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29183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头部经纪公司入驻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931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与LibTV/Runway达成合作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72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* 成为数字人授权标准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链上证书有法律效力吗？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有。IPFS哈希+时间戳+128维人脸向量=类公证效力，律师楼已验证可作为诉讼证据。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数字人授权合同怎么验证真伪？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5351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每份合同有PortraitPay平台签名+区块链哈希，LibTV/Runway等平台可通过公钥验证签名，确认授权来源。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制片公司为什么要用我们的合同？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自建合同+律师费5万起步，用我们的模板+区块链证书，成本1000元起，且有律师楼背书。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908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平台抽1%够运营吗？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56631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数字人授权合同金额通常较大（10万-100万），1%足够覆盖运营成本。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69279"/>
            <a:ext cx="10881360" cy="96012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7424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Q: 为什么不自己做侵权监测？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081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A: 成本高、效果差、法律风险大。律师楼模式更轻、更有效、更可信。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PortraitPay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5A623"/>
                </a:solidFill>
              </a:rPr>
              <a:t>你的肖像，你的权利。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数字人授权  |  区块链存证  |  律师楼直连  |  1%轻松分账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99AA"/>
                </a:solidFill>
              </a:rPr>
              <a:t>本文档有效期6个月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99AA"/>
                </a:solidFill>
              </a:rPr>
              <a:t>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E894B57-8E58-D88B-3FB1-238082FE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566" y="569577"/>
            <a:ext cx="1654191" cy="14186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817</Words>
  <Application>Microsoft Office PowerPoint</Application>
  <PresentationFormat>宽屏</PresentationFormat>
  <Paragraphs>226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帝 杭</cp:lastModifiedBy>
  <cp:revision>3</cp:revision>
  <dcterms:created xsi:type="dcterms:W3CDTF">2013-01-27T09:14:16Z</dcterms:created>
  <dcterms:modified xsi:type="dcterms:W3CDTF">2026-04-26T02:25:06Z</dcterms:modified>
  <cp:category/>
</cp:coreProperties>
</file>